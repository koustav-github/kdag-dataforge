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proposal deck, not a demo. Frame it that way in the first sentence: we are presenting what we intend to build, the experiment behind it, and why it is worth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proposal predates the sweep. The grey panel states the hypothesis as we proposed it; the amber panel states what we actually found once we ran it. Both halves were falsified - say that plainly, and say why it still matters as a real negative result rather than a failed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deep-background slide. The single load-bearing fact: a neuron's role is private and size-independent. That is what makes surgery possible, and it is the property a Transformer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the pedagogical payload: into-English survives, out-of-English collapses. Have the mechanism sentence ready - shared pathway reinforced, competing pathways averaged.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argument for the project existing. We are not re-drawing Table 2 - we are running the controlled experiment behind it. Do not oversell: it is a toy-scale finding, stated as such on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you WILL be asked is 'how is this different from an ensemble?'. Answer it here, unprompted. Note that model soups work only from shared initialisation - that condition is exactly what BDH does not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Guide, then sandbox. Acts 1-4 are a linear narrative; afterwards every control unlocks for free exploration. The design rules are taken straight from the PS design standards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this is indicative. The important commitments visible here: four-way output comparison (truth beside estimate), one control per concept variable, and a vocabulary palette instead of free text so a toy model is never fed out-of-distribution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Mirroring the paper's setup is a deliberate choice - explain it. The overlap knob is the experimental instrument; it started life as a teaching control and turned out to be the research apparatus.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methodological point for the defence, make it this one. Designed vs measured overlap is what separates a real experiment from a demo with a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hackathon submissions have no controls at all. If time is short in the live round, the random-ablation baseline is the one to mention - without it, 'we ablated neurons and it got better' proves nothing. We now know, having run it, that it did not get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trust in a pre-product pitch. We are not promising a result - we are showing we have thought through every outcome and know what each would mean. Judges will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rejects list is the most useful part of this slide - it shows we made choices rather than accumulating dependencies. The data contract point is the real schedule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real limitation, not a fake-humble one. Overclaiming is penalised heavily; disclosed limitations are explicitly rewarded.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reusable substrate: the merge sandbox and the overlap metric outlive the hackathon. Leave this slide up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0020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Model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8899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EC1FF"/>
                </a:solidFill>
                <a:latin typeface="Calibri"/>
              </a:rPr>
              <a:t>When can two neural networks be fused into one?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01168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96313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7D3E5"/>
                </a:solidFill>
                <a:latin typeface="Calibri"/>
              </a:rPr>
              <a:t>BDH models can be merged by concatenating their weights, with no retraining. Pathway showed this once — then asserted why it works without ever testing it.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propose to run that experiment, and build the explainer on our own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728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F6FED"/>
                </a:solidFill>
                <a:latin typeface="Calibri"/>
              </a:rPr>
              <a:t>PROJECT PROPOSAL  ·  PRE-BUILD SUBMISSION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8E9EB5"/>
                </a:solidFill>
                <a:latin typeface="Calibri"/>
              </a:rPr>
              <a:t>Team Invariance  ·  Koustav Manna · Upayan Gupta · Deep Pandey · Tanishq Adhikari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E9EB5"/>
                </a:solidFill>
                <a:latin typeface="Calibri"/>
              </a:rPr>
              <a:t>DataForge 2026 · Pathway Track ·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concept, the claim — and 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6FED"/>
                </a:solidFill>
                <a:latin typeface="Calibri"/>
              </a:rPr>
              <a:t>Approved topic:  </a:t>
            </a:r>
            <a:r>
              <a:rPr sz="1400" b="1" i="0">
                <a:solidFill>
                  <a:srgbClr val="2F6FED"/>
                </a:solidFill>
                <a:latin typeface="Calibri"/>
              </a:rPr>
              <a:t>Parametric Memory in LLMs</a:t>
            </a:r>
            <a:r>
              <a:rPr sz="1400" b="0" i="0">
                <a:solidFill>
                  <a:srgbClr val="2F6FED"/>
                </a:solidFill>
                <a:latin typeface="Calibri"/>
              </a:rPr>
              <a:t>   +   </a:t>
            </a:r>
            <a:r>
              <a:rPr sz="1400" b="1" i="0">
                <a:solidFill>
                  <a:srgbClr val="2F6FED"/>
                </a:solidFill>
                <a:latin typeface="Calibri"/>
              </a:rPr>
              <a:t>Monosemantic Synapses</a:t>
            </a:r>
            <a:r>
              <a:rPr sz="1400" b="0" i="0">
                <a:solidFill>
                  <a:srgbClr val="2F6FED"/>
                </a:solidFill>
                <a:latin typeface="Calibri"/>
              </a:rPr>
              <a:t>   (mechanism)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28655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A8A"/>
                </a:solidFill>
                <a:latin typeface="Calibri"/>
              </a:rPr>
              <a:t>THE HYPOTHESIS WE PROPOSED TO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1E3D"/>
                </a:solidFill>
                <a:latin typeface="Calibri"/>
              </a:rPr>
              <a:t>Whether two BDH models survive being fused could be foreseen from how much their neurons overlap</a:t>
            </a:r>
            <a:r>
              <a:rPr sz="1600" b="0" i="0">
                <a:solidFill>
                  <a:srgbClr val="0F1E3D"/>
                </a:solidFill>
                <a:latin typeface="Calibri"/>
              </a:rPr>
              <a:t> — and, where they collided, that the damage would localize to identifiable neurons rather than diffuse through the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10728655" cy="1874519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A0B"/>
                </a:solidFill>
                <a:latin typeface="Calibri"/>
              </a:rPr>
              <a:t>WHAT WE FOUND, HAVING RUN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101800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Both halves were falsified.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Damage is strongly predictable — but from **θ**, the two parents’ designed vocabulary overlap (corr = **−0.991** across the 11 per-θ means, **−0.790** across all 33 runs), not from **M**, the neuron-activation overlap we built to measure it — M stays flat at **0.704–0.728** throughout. Ablating the collision set we identified never beats a random-ablation control; it is significantly worse at k = 100.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A8A"/>
                </a:solidFill>
                <a:latin typeface="Calibri"/>
              </a:rPr>
              <a:t>An honest negative result on a question arXiv:2509.26507 §7.1 raises but never tests, not a failure — the averaging control and the θ relationship stand as genuine positive findings. Full numbers in the README.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10728655" cy="685800"/>
          </a:xfrm>
          <a:prstGeom prst="rect">
            <a:avLst/>
          </a:prstGeom>
          <a:solidFill>
            <a:srgbClr val="ECF1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49240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One claim, honestly resolved. </a:t>
            </a:r>
            <a:r>
              <a:rPr sz="1250" b="0" i="0">
                <a:solidFill>
                  <a:srgbClr val="0F1E3D"/>
                </a:solidFill>
                <a:latin typeface="Calibri"/>
              </a:rPr>
              <a:t>Every control, chart and paragraph in the artifact serves this question — including the two negative results above.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Background — what BDH actually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A post-Transformer architecture where reasoning and memory share one computational fabric.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943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**n neurons on one uniform axis.** BDH-GPU scales by varying only n. Total parameters are **3nd + 2Ωd** — linear in n, with d a fixed low-rank bottleneck (Def. 4, §3.2).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Attention becomes synaptic memory.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State ρ ∈ ℝ^(n×d) is written by Hebbian updates as the model reads, rather than a growing key-value cache.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Sparse, non-negative activity.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Roughly 5% of neurons active at a time; activity varies with predictability rather than a fixed budget (§6.4).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Near-monosemantic.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Individual synapses respond selectively to single recognisable concepts rather than many unrelated ones (§6.2–6.3).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810512"/>
            <a:ext cx="4434840" cy="21488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947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EC1FF"/>
                </a:solidFill>
                <a:latin typeface="Calibri"/>
              </a:rPr>
              <a:t>BDH-GPU INFERENCE  (Eq.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28600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ρ(t,l) = ( ρ(t−1,l) + LN(E·y(t,l−1))·x(t,l)ᵀ ) U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x(t,l) = x(t,l−1) + ( Dx·LN(E·y(t,l−1)) )₊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y(t,l) = ( Dy·LN( ρ(t−1,l)·x(t,l) ) )₊ ⊙ x(t,l)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58444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9EB5"/>
                </a:solidFill>
                <a:latin typeface="Calibri"/>
              </a:rPr>
              <a:t>Four matmuls. Trainable: E, Dx, 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16052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WHY THE n-AXIS MATTERS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480560"/>
            <a:ext cx="4434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Each neuron i carries its own private parameter slice — E(i,·), Dx(·,i), Dy(·,i) — and interacts with the rest only through a shared d-dimensional field, never through direct coupling to the layer's full width (Observation 3, §3.3).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Adding neurons therefore cannot disturb the meaning of existing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Background — the result we build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Dragon Hatchling §7.1: two models fused by concatenation, with no retraining at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PUBLISHED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Train a base model on English–Spanish.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 = 24,576, 19M parameters.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Clone it; continue training separately on English–French and English–Portuguese.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Merge into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 = 49,152 (38M params)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: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concatenate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every tensor with an n dimension (Dy, Dx, E, RoPE buffers) along n;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average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everything else (token embeddings, prediction weights).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Evaluate with </a:t>
            </a:r>
            <a:r>
              <a:rPr sz="1250" b="1" i="0">
                <a:solidFill>
                  <a:srgbClr val="2B2B2B"/>
                </a:solidFill>
                <a:latin typeface="Calibri"/>
              </a:rPr>
              <a:t>no subsequent training or finetuning.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10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VALIDATION LOSS  (Table 2 — lower is better)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139696"/>
            <a:ext cx="12344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Es→En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Fr→En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Pt→En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En→Fr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2139696"/>
            <a:ext cx="548640" cy="31089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En→Pt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450591"/>
            <a:ext cx="12344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Base En-Es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0.77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0" y="2450591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761488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Tuned on Fr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0" y="276148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072384"/>
            <a:ext cx="12344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Tuned on 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1.79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2.20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81360" y="3072384"/>
            <a:ext cx="548640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Calibri"/>
              </a:rPr>
              <a:t>0.33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383280"/>
            <a:ext cx="12344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MERGED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0.39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1.45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0.77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3383280"/>
            <a:ext cx="548640" cy="310896"/>
          </a:xfrm>
          <a:prstGeom prst="rect">
            <a:avLst/>
          </a:prstGeom>
          <a:solidFill>
            <a:srgbClr val="9EC1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E3D"/>
                </a:solidFill>
                <a:latin typeface="Calibri"/>
              </a:rPr>
              <a:t>0.86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81728"/>
            <a:ext cx="10728655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4828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A0B"/>
                </a:solidFill>
                <a:latin typeface="Calibri"/>
              </a:rPr>
              <a:t>READ THE LAST ROW — THIS IS THE WHOLE LESSON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138928"/>
            <a:ext cx="1021659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merged model translates all three languages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English at near-specialist quality (0.43 / 0.40 / 0.39). Translating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out of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English it degrades sharply — En→Es worsens from 0.35 to 1.45 — and qualitatively it mixes Spanish, French and Portuguese in a single output. The paper calls this "human-like degradation of operation."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Mechanism: the English decoding pathway is shared and reinforced by both parents; the three target-language pathways now compete for one averaged prediction 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gap we are attacking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Pathway ran this once, asserted the mechanism, and never tested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074920" cy="1874519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A8A"/>
                </a:solidFill>
                <a:latin typeface="Calibri"/>
              </a:rPr>
              <a:t>WHAT THE PAPER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40864"/>
            <a:ext cx="4617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"when the model latent space promotes concept disentangling … then it is feasible to directly compose concepts in this space, e.g. by concatenation of weights from different models."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— arXiv:2509.26507, §7.1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74519"/>
            <a:ext cx="5257800" cy="1874519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WHAT WAS NEVER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40864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One merge. One model pair. One uncontrolled, unmeasured level of overlap.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The claim that disentanglement is what makes merging work has never been tested by varying disentanglement.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ONE DATA POINT  →  A CURVE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07408"/>
            <a:ext cx="507492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53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A8A"/>
                </a:solidFill>
                <a:latin typeface="Calibri"/>
              </a:rPr>
              <a:t>Published</a:t>
            </a:r>
          </a:p>
        </p:txBody>
      </p:sp>
      <p:sp>
        <p:nvSpPr>
          <p:cNvPr id="15" name="Oval 14"/>
          <p:cNvSpPr/>
          <p:nvPr/>
        </p:nvSpPr>
        <p:spPr>
          <a:xfrm>
            <a:off x="3108960" y="5230368"/>
            <a:ext cx="201168" cy="201168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 single measurement, mechanism assumed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07408"/>
            <a:ext cx="52578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553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Proposed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5431536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541324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0" y="5376672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5303520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5175503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5093207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44200" y="504748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623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33 pairs × 3 seeds — damage as a function of measured overlap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Why only BDH can do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Three operations that get confused with each other — and only one of them grows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combine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868680" cy="438912"/>
          </a:xfrm>
          <a:prstGeom prst="round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1640" y="2331720"/>
            <a:ext cx="868680" cy="438912"/>
          </a:xfrm>
          <a:prstGeom prst="round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880360"/>
            <a:ext cx="1280160" cy="329184"/>
          </a:xfrm>
          <a:prstGeom prst="roundRect">
            <a:avLst/>
          </a:prstGeom>
          <a:solidFill>
            <a:srgbClr val="7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vote on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Runs N models every time. N× inference cost, forever. Never becomes one model. Works for any architecture because it never touches weights.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WEIGHT AVERAGING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blend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331720"/>
            <a:ext cx="1828800" cy="438912"/>
          </a:xfrm>
          <a:prstGeom prst="roundRect">
            <a:avLst/>
          </a:prstGeom>
          <a:solidFill>
            <a:srgbClr val="8B8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blended — features collide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One model, same size. Requires shared initialisation — independently trained networks have no neuron correspondence, so averaging them collapses both. This is the Transformer's closest analogue.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47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6FED"/>
                </a:solidFill>
                <a:latin typeface="Calibri"/>
              </a:rPr>
              <a:t>CONCATENATION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848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extend the n-axis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331720"/>
            <a:ext cx="914400" cy="438912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331720"/>
            <a:ext cx="914400" cy="438912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62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6FED"/>
                </a:solidFill>
                <a:latin typeface="Calibri"/>
              </a:rPr>
              <a:t>n₁ + n₂  — both intact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One model, larger. No correspondence problem: neurons are just placed side by side as more of the same kind of unit. Available only where n is a free axis.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230368"/>
            <a:ext cx="1021659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A Transformer has no free axis. </a:t>
            </a:r>
            <a:r>
              <a:rPr sz="1300" b="0" i="0">
                <a:solidFill>
                  <a:srgbClr val="0F1E3D"/>
                </a:solidFill>
                <a:latin typeface="Calibri"/>
              </a:rPr>
              <a:t>Hidden size and head count are fixed, entangled quantities baked into every weight matrix's shape — there is no "concatenate two models" operation to even attempt. It is not that Transformers merge badly; they have no operation in this category.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07A8A"/>
                </a:solidFill>
                <a:latin typeface="Calibri"/>
              </a:rPr>
              <a:t>These two topics are one story: memory lives in neurons, each neuron holds roughly one concept, and that is precisely why weight-space composition is possible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we are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A browser sandbox running a real BDH-GPU forward pass, wrapped in a four-act narrative.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 impossible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Two trained models side by side, each fluent in its own target language. One control: fuse. It works, and nothing was retrained.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 control that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same fusion by averaging — the only merge a Transformer permits. It destroys both. One toggle carries the entire architectural argument.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When does it break?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phase diagram, live. The learner drags overlap and traverses it, watching output degrade, and finds the transition themselves.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74519"/>
            <a:ext cx="260604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874519"/>
            <a:ext cx="260604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029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ACT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Surgery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834640"/>
            <a:ext cx="2286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At a damaged point: collision neurons highlighted. Ablate them, watch function return — with a random-ablation control alongside.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DESIGN RULES WE ARE HOLDING OURSELVES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Opens already running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no blank canvas, no Run button.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Sub-second feedback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expensive results precomputed and shipped as data.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Few controls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every control maps to one real concept variable.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Truth beside estimate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merged output shown next to both parents and the oracle target.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Visible state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model shrunk until the variables that matter fit on screen.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</a:rPr>
              <a:t>No hidden limits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 — every cap and approximation stated on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it will look like — the sandbox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Indicative layout. Every panel is driven by a live forward pass, not a scripted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72865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728655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 Surgery  —  merge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215" y="1911095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EC1FF"/>
                </a:solidFill>
                <a:latin typeface="Calibri"/>
              </a:rPr>
              <a:t>live · toy model · n=2048  d=64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41448"/>
            <a:ext cx="260604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877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Merge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136391"/>
            <a:ext cx="1097280" cy="292608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concat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9424" y="3136391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7A8A"/>
                </a:solidFill>
                <a:latin typeface="Calibri"/>
              </a:rPr>
              <a:t>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Parent overlap  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3867911"/>
            <a:ext cx="2231136" cy="7315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03120" y="3758184"/>
            <a:ext cx="182880" cy="29260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0690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0.0                              1.0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89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Calibri"/>
              </a:rPr>
              <a:t>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3664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463600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5568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83664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493776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3664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523951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5138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vocabulary palette — inputs stay in-distribution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468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6FED"/>
                </a:solidFill>
                <a:latin typeface="Calibri"/>
              </a:rPr>
              <a:t>MERGED NEURON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1063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3308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5112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7136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5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01183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9320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85231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77255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79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61304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53327" y="2715768"/>
            <a:ext cx="169164" cy="38404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45352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7375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2940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21423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13448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05471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7496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8952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81544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7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65592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57616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2715768"/>
            <a:ext cx="169164" cy="384048"/>
          </a:xfrm>
          <a:prstGeom prst="rect">
            <a:avLst/>
          </a:prstGeom>
          <a:solidFill>
            <a:srgbClr val="E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39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parent A neurons          parent B neurons — colours intact under concat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58768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A8A"/>
                </a:solidFill>
                <a:latin typeface="Calibri"/>
              </a:rPr>
              <a:t>PARENT 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58768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58768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58768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24728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A8A"/>
                </a:solidFill>
                <a:latin typeface="Calibri"/>
              </a:rPr>
              <a:t>PARENT 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24728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24728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4728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80959" y="3520439"/>
            <a:ext cx="182880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90687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6FED"/>
                </a:solidFill>
                <a:latin typeface="Calibri"/>
              </a:rPr>
              <a:t>MERGED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90687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90687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90687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46919" y="3520439"/>
            <a:ext cx="1828800" cy="1234440"/>
          </a:xfrm>
          <a:prstGeom prst="rect">
            <a:avLst/>
          </a:prstGeom>
          <a:solidFill>
            <a:srgbClr val="EFF7F1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56647" y="36301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7A46"/>
                </a:solidFill>
                <a:latin typeface="Calibri"/>
              </a:rPr>
              <a:t>ORACLE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56647" y="3886200"/>
            <a:ext cx="146304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6647" y="4087368"/>
            <a:ext cx="114300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6647" y="4288536"/>
            <a:ext cx="822960" cy="914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39" y="484632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A8A"/>
                </a:solidFill>
                <a:latin typeface="Calibri"/>
              </a:rPr>
              <a:t>truth beside estimate — same prompt through both parents, the merge, and the oracle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9039" y="5093208"/>
            <a:ext cx="76352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86200" y="51846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6FED"/>
                </a:solidFill>
                <a:latin typeface="Calibri"/>
              </a:rPr>
              <a:t>PHASE DIAGRAM  (θ position marked)</a:t>
            </a:r>
          </a:p>
        </p:txBody>
      </p:sp>
      <p:sp>
        <p:nvSpPr>
          <p:cNvPr id="81" name="Oval 80"/>
          <p:cNvSpPr/>
          <p:nvPr/>
        </p:nvSpPr>
        <p:spPr>
          <a:xfrm>
            <a:off x="7315200" y="5586984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863840" y="5577840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412480" y="5559552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61120" y="5513832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509760" y="5440680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58400" y="5367528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607040" y="5312664"/>
            <a:ext cx="91440" cy="914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608076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Indicative wireframe — final visual design will differ. Nothing here is a scripted animation: every panel is rendered from a live forward pass on exported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Two synthetic languages over a shared pivot, and one knob: how much they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669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Pivot P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 small artificial source language, shared by both parents.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Targets A and B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two artificial languages expressing the same concepts as P, each with its own surface vocabulary.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Parent 1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trains on P→A.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Parent 2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trains on P→B. We merge them; the merged model should do both. This mirrors the paper's En→Fr / En→Pt setup deliberately — fidelity to the source setup beats novelty in task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OVERLAP KNOB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45152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 and B share a controlled fraction θ of their surface vocabulary for the same concepts. At θ = 0 they are disjoint codes over a shared concept space; at θ = 1 they are the same language. Sweeping θ sweeps how hard the two parents are pushed to represent the same things the same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783080"/>
            <a:ext cx="4572000" cy="2468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938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θ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11 points, 0.0 →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05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Seeds per 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054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3  (non-negotiable)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706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Parent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70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358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Models 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358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009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Merges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3009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66  (concat + average)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66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Model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66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n=1024/parent, d=64, n_layer=4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83133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31335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Calibri"/>
              </a:rPr>
              <a:t>&lt; 1M, 96-token vocab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4434840"/>
            <a:ext cx="4572000" cy="1691640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5902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WHY THREE SEEDS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82896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Every point on the phase diagram carries an error bar. A curve without them is not evidence — and "how do you know that dip is real?" is the first question a judge who knows experimental design will 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what we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Two quantities, and the distinction between them is the methodological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16636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M — MEASURED REPRESENTATIONAL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09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Fixed probe set of pivot inputs, identical for both parents.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Record each neuron's activation profile over the probes (sparse vector y).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Correlate parent-A neurons against parent-B neurons.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Optimal assignment via Hungarian matching (</a:t>
            </a:r>
            <a:r>
              <a:rPr sz="1150" b="1" i="0">
                <a:solidFill>
                  <a:srgbClr val="2B2B2B"/>
                </a:solidFill>
                <a:latin typeface="Calibri"/>
              </a:rPr>
              <a:t>scipy linear_sum_assignment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 = fraction of matched pairs above threshold τ, reported at several τ.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783080"/>
            <a:ext cx="516636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9385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D — MERGE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8600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D_A = loss_merged(P→A) − loss_parentA(P→A)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D_B = loss_merged(P→B) − loss_parentB(P→B)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0F1E3D"/>
                </a:solidFill>
                <a:latin typeface="Consolas"/>
              </a:rPr>
              <a:t>D   = mean(D_A, D_B)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29184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Held-out next-token cross-entropy. Reported per direction as well as pooled — the paper's headline finding is an asymmetry, and pooling would hide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79392"/>
            <a:ext cx="10728655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4348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THE DISTINCTION THAT MAKES THE CLAIM MEAN ANYTHING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54880"/>
            <a:ext cx="1021659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θ is designed overlap — the knob we set when generating data. M is measured overlap between the trained parents. They are not the same thing.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The phase diagram plots damage against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measured 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using θ only as the mechanism that generates a spread of M values. Plotting against θ alone would show that our data generator affects merging — not that representational overlap does. That is a weaker claim, and a judge will notice the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The experiment —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Three controls. These are what make it an experiment rather than a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429000" cy="3063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0292" cy="30632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AVERAGING 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39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Merge the same pairs by averaging instead of concatenating.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150" b="0" i="0">
                <a:solidFill>
                  <a:srgbClr val="2F6FED"/>
                </a:solidFill>
                <a:latin typeface="Calibri"/>
              </a:rPr>
              <a:t>Rules out that any fusion would have worked. This became the project's strongest result: worse than concat in every one of the 33 runs, once we ran the sweep.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3429000" cy="3063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50292" cy="30632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RANDOM-ABLATION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39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Ablate k random neurons, same k as the localized set.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150" b="0" i="0">
                <a:solidFill>
                  <a:srgbClr val="2F6FED"/>
                </a:solidFill>
                <a:latin typeface="Calibri"/>
              </a:rPr>
              <a:t>Rules out that ablating anything helps. Without this, the surgery result means nothing — and once measured, collision ablation did not beat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74519"/>
            <a:ext cx="3429000" cy="3063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874519"/>
            <a:ext cx="50292" cy="30632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0391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SELF-MERGE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77439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Merge a model with a bit-identical deepcopy of itself, not an independently seeded retrain.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6FED"/>
                </a:solidFill>
                <a:latin typeface="Calibri"/>
              </a:rPr>
              <a:t>→  </a:t>
            </a:r>
            <a:r>
              <a:rPr sz="1150" b="0" i="0">
                <a:solidFill>
                  <a:srgbClr val="2F6FED"/>
                </a:solidFill>
                <a:latin typeface="Calibri"/>
              </a:rPr>
              <a:t>Establishes the maximum-overlap floor — what damage looks like when parents are as similar as they can possibly be.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728655" cy="1097280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57800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A FOURTH CONTROL WAS PLANNED AND DEFERRED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50408"/>
            <a:ext cx="102714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Comparing the merged 2n model against a single parent trained at 2n would rule out a pure size effect. It never ran — deferred, not silently dropped; the README says so too.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What we expect to find — and what each outcome would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We do not have results yet. We do know what every possible result would tell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566160" cy="50292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7A46"/>
                </a:solidFill>
                <a:latin typeface="Calibri"/>
              </a:rPr>
              <a:t>SHARP TRANSITION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341674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1328" y="3333902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11095" y="3326130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0863" y="3302812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70632" y="3038551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399" y="2805379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0168" y="2704338"/>
            <a:ext cx="118872" cy="118872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Damage stays near zero below a threshold overlap, then rises steeply.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Strongest confirmation of the paper's mechanism: disentanglement is what permits composition, with a locatable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1874519"/>
            <a:ext cx="3566160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GRADUAL DEGRADATION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3349447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76088" y="3287268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05856" y="3209544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35624" y="3116275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5392" y="3007461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95159" y="2898648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24927" y="2789834"/>
            <a:ext cx="118872" cy="1188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0060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Damage rises smoothly with overlap, no clear knee.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Composition is a continuum, not a regime. Still a novel measurement — and it revises how the mechanism should be described.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874519"/>
            <a:ext cx="3566160" cy="32918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874519"/>
            <a:ext cx="3566160" cy="5029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029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A0B"/>
                </a:solidFill>
                <a:latin typeface="Calibri"/>
              </a:rPr>
              <a:t>FLAT CURVE</a:t>
            </a:r>
          </a:p>
        </p:txBody>
      </p:sp>
      <p:sp>
        <p:nvSpPr>
          <p:cNvPr id="35" name="Oval 34"/>
          <p:cNvSpPr/>
          <p:nvPr/>
        </p:nvSpPr>
        <p:spPr>
          <a:xfrm>
            <a:off x="8641080" y="3131820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70848" y="3162909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00616" y="3108502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30384" y="3147364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60152" y="3100730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89920" y="3139592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19688" y="3116275"/>
            <a:ext cx="118872" cy="118872"/>
          </a:xfrm>
          <a:prstGeom prst="ellipse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547872"/>
            <a:ext cx="301752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6027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A8A"/>
                </a:solidFill>
                <a:latin typeface="Calibri"/>
              </a:rPr>
              <a:t>overlap  M 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3977639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No relationship between measured overlap and damage.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Contradicts the paper's stated mechanism. The most interesting outcome of the three, and a genuine finding — not a failure.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349240"/>
            <a:ext cx="10728655" cy="777240"/>
          </a:xfrm>
          <a:prstGeom prst="rect">
            <a:avLst/>
          </a:prstGeom>
          <a:solidFill>
            <a:srgbClr val="EFF7F1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5486400"/>
            <a:ext cx="10216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Calibri"/>
              </a:rPr>
              <a:t>There is no result that kills this project. </a:t>
            </a:r>
            <a:r>
              <a:rPr sz="1300" b="0" i="0">
                <a:solidFill>
                  <a:srgbClr val="0F1E3D"/>
                </a:solidFill>
                <a:latin typeface="Calibri"/>
              </a:rPr>
              <a:t>Every shape is informative, and the honest reporting of whichever we get is itself the lesson. What would sink us is an experiment too poorly controlled to interpret — which is why the controls slide comes before this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How we build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Deliberately small stack. Everything we could hand-write, we hand-write.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10512"/>
            <a:ext cx="5166360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MODEL SIDE 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709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PyTorch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BDH-GPU implementation, training, merge ops. CPU is sufficient at our scale.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NumPy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probe analysis and export buffers.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SciPy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Hungarian matching for the overlap metric.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uv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environment and lockfile; the lockfile is part of reproducibility.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pytest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merge-rule test, which is our live-defence exhibit.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10512"/>
            <a:ext cx="5166360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9568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WEB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67712"/>
            <a:ext cx="47091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Vite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dev server and static build; outputs plain static files.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Svelte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sandbox state; built-in transitions mean no animation library.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Plain JS + Float32Array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forward pass. Four matmuls, ~50 lines.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Canvas 2D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neuron heat-maps (thousands of cells).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Hand-rolled SVG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the phase diagram, one chart with custom interaction.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15968"/>
            <a:ext cx="5166360" cy="1783080"/>
          </a:xfrm>
          <a:prstGeom prst="rect">
            <a:avLst/>
          </a:prstGeom>
          <a:solidFill>
            <a:srgbClr val="FFF6E8"/>
          </a:solidFill>
          <a:ln w="12700">
            <a:solidFill>
              <a:srgbClr val="D97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622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A0B"/>
                </a:solidFill>
                <a:latin typeface="Calibri"/>
              </a:rPr>
              <a:t>EXPLICITLY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ONNX Runtime Web / TensorFlow.js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megabytes of runtime to do four matmuls, and it puts a black box between us and the thing we must defend line by line.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Framer Motion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most of what moves here is a redraw of real data, not a tween. GSAP was later adopted for one job only: the Act 3 derivation, where counting each figure up to its computed value is the teaching point. It costs ~31 kB gzipped and every tween lands on the exact value.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Hydra / W&amp;B / MLflow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— 66 tiny runs need a loop and a 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4315968"/>
            <a:ext cx="5166360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44622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THE DECISION THAT DRIVES THE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7548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1E3D"/>
                </a:solidFill>
                <a:latin typeface="Calibri"/>
              </a:rPr>
              <a:t>The data contract — the weight manifest schema between export.py and the browser — is frozen on day 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That single decision lets the frontend be built against a hand-written fixture while the models are still training. Without it, the web work blocks on the sweep and the week is lost.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Honesty framework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1673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6FED"/>
                </a:solidFill>
                <a:latin typeface="Calibri"/>
              </a:rPr>
              <a:t>Declared before we build, not retrofitted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EVERY ELEMENT WILL BE LABELLED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600200" cy="4572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2148840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2768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forward pass · both merge operations · neuron ablation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15768"/>
            <a:ext cx="1600200" cy="4572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PRECOMPUTED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715768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8437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66-model sweep · parent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82696"/>
            <a:ext cx="1600200" cy="4572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ILLUSTRATION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282696"/>
            <a:ext cx="347472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4107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the opening explanatory diagram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A8A"/>
                </a:solidFill>
                <a:latin typeface="Calibri"/>
              </a:rPr>
              <a:t>Caps stated on screen: n, sequence length, and quantization tolerance.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105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A0B"/>
                </a:solidFill>
                <a:latin typeface="Calibri"/>
              </a:rPr>
              <a:t>WHAT THIS WILL NOT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48840"/>
            <a:ext cx="5166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B2B2B"/>
                </a:solidFill>
                <a:latin typeface="Calibri"/>
              </a:rPr>
              <a:t>Toy scale — under 1M parameters.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This says nothing about the paper's reported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10M–1B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pretraining runs.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Ours is a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labelled reimplementation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, identified as such in the artifact UI and not only in the README. It is not an official BDH model.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The paper's Table 2 is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result at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their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scale — cited, not reproduced by us.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We did measure a directional difference in damage between the two target languages, but it is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not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the paper's into/out-of-pivot asymmetry — both our eval directions run pivot→target. We report that as a retraction of our own earlier description, not as a reproduction.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5166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6FED"/>
                </a:solidFill>
                <a:latin typeface="Calibri"/>
              </a:rPr>
              <a:t>RISKS WE HAVE PLANNED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64608"/>
            <a:ext cx="4709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Noisy curve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three seeds from the start; raise n before adding seeds.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Frontend blocks on training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the day-one data contract and fixture file.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Calibri"/>
              </a:rPr>
              <a:t>Scope creep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→ one claim; anything not serving it is 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617720"/>
            <a:ext cx="5166360" cy="1463040"/>
          </a:xfrm>
          <a:prstGeom prst="rect">
            <a:avLst/>
          </a:prstGeom>
          <a:solidFill>
            <a:srgbClr val="EFF7F1"/>
          </a:solidFill>
          <a:ln w="1270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773168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1E3D"/>
                </a:solidFill>
                <a:latin typeface="Calibri"/>
              </a:rPr>
              <a:t>Volunteering this before being asked is the point.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The problem statement scores whether teams distinguish real behaviour from precomputation and animation, and defines a strong submission as one with a disclosed limitation. We would rather lead with 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E3D"/>
                </a:solidFill>
                <a:latin typeface="Calibri"/>
              </a:rPr>
              <a:t>Plan, deliverables and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2344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A8A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SEVEN DAYS, FOUR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3969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Freeze the claim and the data contract. Port bdh.py. Frontend scaffold against a fixture.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87168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2374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Domains + θ. First parent pair trained. JS forward pass with a Python parity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71215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07791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Launch the 33-pair sweep. Acts 1–2 built: fuse, and the concat/average toggle.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55263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39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Sweep completes. Self-merge control. Act 3: the live phase diagram.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39311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75887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Collision-neuron identification and random baseline. Act 4: ablation 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329184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59936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Final export. Guided narrative, preset-on-open, mobile. README honesty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07408"/>
            <a:ext cx="329184" cy="292608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4398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Freeze. Defence drill — every member predicts the outcome of any change, cold.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7830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03120"/>
            <a:ext cx="3703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Public artifact URL, no sign-in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Public source repository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One-page concept summary (PDF)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Complete README — claim, audience, architecture, live vs precomputed, reproduction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·  Source and licence record; AI-assistance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690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FED"/>
                </a:solidFill>
                <a:latin typeface="Calibri"/>
              </a:rPr>
              <a:t>PRIMARY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3703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Dragon Hatchling — Kosowski et al.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arXiv:2509.26507  §7.1, §3.2, §6.2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BDH-CQ — Engdahl et al.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arXiv:2608.09888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1E3D"/>
                </a:solidFill>
                <a:latin typeface="Calibri"/>
              </a:rPr>
              <a:t>Official BDH implementation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707A8A"/>
                </a:solidFill>
                <a:latin typeface="Calibri"/>
              </a:rPr>
              <a:t>github.com/pathwaycom/bdh · 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250" b="1" i="0">
                <a:solidFill>
                  <a:srgbClr val="9EC1FF"/>
                </a:solidFill>
                <a:latin typeface="Calibri"/>
              </a:rPr>
              <a:t>Repo: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github.com/Koustav-github/KDAG-Dataforge</a:t>
            </a:r>
            <a:r>
              <a:rPr sz="1250" b="0" i="0">
                <a:solidFill>
                  <a:srgbClr val="8E9EB5"/>
                </a:solidFill>
                <a:latin typeface="Calibri"/>
              </a:rPr>
              <a:t>        Artifact URL to follow on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